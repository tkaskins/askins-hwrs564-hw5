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F44F6-D86D-4112-887D-E8975182C9C3}" v="2" dt="2026-01-26T17:33:01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 A" userId="888640a8f040ecbb" providerId="LiveId" clId="{F435CC53-EBE8-41BD-81E0-628C41B738BA}"/>
    <pc:docChg chg="undo custSel addSld delSld modSld">
      <pc:chgData name="T A" userId="888640a8f040ecbb" providerId="LiveId" clId="{F435CC53-EBE8-41BD-81E0-628C41B738BA}" dt="2026-01-26T17:33:27.700" v="1242" actId="20577"/>
      <pc:docMkLst>
        <pc:docMk/>
      </pc:docMkLst>
      <pc:sldChg chg="addSp modSp mod">
        <pc:chgData name="T A" userId="888640a8f040ecbb" providerId="LiveId" clId="{F435CC53-EBE8-41BD-81E0-628C41B738BA}" dt="2026-01-21T17:29:17.521" v="1190" actId="1036"/>
        <pc:sldMkLst>
          <pc:docMk/>
          <pc:sldMk cId="2053827180" sldId="256"/>
        </pc:sldMkLst>
        <pc:spChg chg="mod">
          <ac:chgData name="T A" userId="888640a8f040ecbb" providerId="LiveId" clId="{F435CC53-EBE8-41BD-81E0-628C41B738BA}" dt="2026-01-21T17:29:17.521" v="1190" actId="1036"/>
          <ac:spMkLst>
            <pc:docMk/>
            <pc:sldMk cId="2053827180" sldId="256"/>
            <ac:spMk id="2" creationId="{F085082B-9142-CB21-2B16-2565401D9E45}"/>
          </ac:spMkLst>
        </pc:spChg>
        <pc:spChg chg="mod">
          <ac:chgData name="T A" userId="888640a8f040ecbb" providerId="LiveId" clId="{F435CC53-EBE8-41BD-81E0-628C41B738BA}" dt="2026-01-21T17:06:52.011" v="699" actId="208"/>
          <ac:spMkLst>
            <pc:docMk/>
            <pc:sldMk cId="2053827180" sldId="256"/>
            <ac:spMk id="3" creationId="{78942581-B46A-DCFD-4C62-4EB7469225D0}"/>
          </ac:spMkLst>
        </pc:spChg>
        <pc:spChg chg="add mod">
          <ac:chgData name="T A" userId="888640a8f040ecbb" providerId="LiveId" clId="{F435CC53-EBE8-41BD-81E0-628C41B738BA}" dt="2026-01-21T17:17:44.675" v="937" actId="27636"/>
          <ac:spMkLst>
            <pc:docMk/>
            <pc:sldMk cId="2053827180" sldId="256"/>
            <ac:spMk id="5" creationId="{46CADFAA-8F7C-CC84-BB67-CABA5FD8917B}"/>
          </ac:spMkLst>
        </pc:spChg>
      </pc:sldChg>
      <pc:sldChg chg="modSp mod">
        <pc:chgData name="T A" userId="888640a8f040ecbb" providerId="LiveId" clId="{F435CC53-EBE8-41BD-81E0-628C41B738BA}" dt="2026-01-21T16:20:09.911" v="33" actId="207"/>
        <pc:sldMkLst>
          <pc:docMk/>
          <pc:sldMk cId="3448040908" sldId="257"/>
        </pc:sldMkLst>
        <pc:spChg chg="mod">
          <ac:chgData name="T A" userId="888640a8f040ecbb" providerId="LiveId" clId="{F435CC53-EBE8-41BD-81E0-628C41B738BA}" dt="2026-01-21T16:19:49.415" v="31" actId="1036"/>
          <ac:spMkLst>
            <pc:docMk/>
            <pc:sldMk cId="3448040908" sldId="257"/>
            <ac:spMk id="2" creationId="{2282D6EF-C39C-47F1-703C-4B2390DB2F38}"/>
          </ac:spMkLst>
        </pc:spChg>
        <pc:spChg chg="mod">
          <ac:chgData name="T A" userId="888640a8f040ecbb" providerId="LiveId" clId="{F435CC53-EBE8-41BD-81E0-628C41B738BA}" dt="2026-01-21T16:20:09.911" v="33" actId="207"/>
          <ac:spMkLst>
            <pc:docMk/>
            <pc:sldMk cId="3448040908" sldId="257"/>
            <ac:spMk id="3" creationId="{11214C64-501C-252F-54FA-E6D722882DD8}"/>
          </ac:spMkLst>
        </pc:spChg>
        <pc:cxnChg chg="mod">
          <ac:chgData name="T A" userId="888640a8f040ecbb" providerId="LiveId" clId="{F435CC53-EBE8-41BD-81E0-628C41B738BA}" dt="2026-01-21T16:19:56.986" v="32" actId="208"/>
          <ac:cxnSpMkLst>
            <pc:docMk/>
            <pc:sldMk cId="3448040908" sldId="257"/>
            <ac:cxnSpMk id="7" creationId="{652A7748-93FC-7EF2-78E1-00E540761029}"/>
          </ac:cxnSpMkLst>
        </pc:cxnChg>
      </pc:sldChg>
      <pc:sldChg chg="modSp mod">
        <pc:chgData name="T A" userId="888640a8f040ecbb" providerId="LiveId" clId="{F435CC53-EBE8-41BD-81E0-628C41B738BA}" dt="2026-01-21T16:20:29.545" v="34" actId="207"/>
        <pc:sldMkLst>
          <pc:docMk/>
          <pc:sldMk cId="4035100083" sldId="258"/>
        </pc:sldMkLst>
        <pc:spChg chg="mod">
          <ac:chgData name="T A" userId="888640a8f040ecbb" providerId="LiveId" clId="{F435CC53-EBE8-41BD-81E0-628C41B738BA}" dt="2026-01-21T16:20:29.545" v="34" actId="207"/>
          <ac:spMkLst>
            <pc:docMk/>
            <pc:sldMk cId="4035100083" sldId="258"/>
            <ac:spMk id="3" creationId="{432EBFD2-E7C5-BE5B-B0BC-6917E9D059C1}"/>
          </ac:spMkLst>
        </pc:spChg>
      </pc:sldChg>
      <pc:sldChg chg="modSp add mod">
        <pc:chgData name="T A" userId="888640a8f040ecbb" providerId="LiveId" clId="{F435CC53-EBE8-41BD-81E0-628C41B738BA}" dt="2026-01-21T17:28:42.437" v="1122" actId="115"/>
        <pc:sldMkLst>
          <pc:docMk/>
          <pc:sldMk cId="858097050" sldId="259"/>
        </pc:sldMkLst>
        <pc:spChg chg="mod">
          <ac:chgData name="T A" userId="888640a8f040ecbb" providerId="LiveId" clId="{F435CC53-EBE8-41BD-81E0-628C41B738BA}" dt="2026-01-21T17:28:42.437" v="1122" actId="115"/>
          <ac:spMkLst>
            <pc:docMk/>
            <pc:sldMk cId="858097050" sldId="259"/>
            <ac:spMk id="2" creationId="{C8D85BB8-36B7-6589-CD1B-D6B203C3EDE9}"/>
          </ac:spMkLst>
        </pc:spChg>
        <pc:spChg chg="mod">
          <ac:chgData name="T A" userId="888640a8f040ecbb" providerId="LiveId" clId="{F435CC53-EBE8-41BD-81E0-628C41B738BA}" dt="2026-01-21T17:26:13.384" v="1121" actId="20577"/>
          <ac:spMkLst>
            <pc:docMk/>
            <pc:sldMk cId="858097050" sldId="259"/>
            <ac:spMk id="3" creationId="{2EFE8F70-98B2-F5B6-7606-2EC65A1DB3FE}"/>
          </ac:spMkLst>
        </pc:spChg>
      </pc:sldChg>
      <pc:sldChg chg="delSp modSp add mod">
        <pc:chgData name="T A" userId="888640a8f040ecbb" providerId="LiveId" clId="{F435CC53-EBE8-41BD-81E0-628C41B738BA}" dt="2026-01-26T17:33:27.700" v="1242" actId="20577"/>
        <pc:sldMkLst>
          <pc:docMk/>
          <pc:sldMk cId="909137983" sldId="260"/>
        </pc:sldMkLst>
        <pc:spChg chg="mod">
          <ac:chgData name="T A" userId="888640a8f040ecbb" providerId="LiveId" clId="{F435CC53-EBE8-41BD-81E0-628C41B738BA}" dt="2026-01-26T17:33:27.700" v="1242" actId="20577"/>
          <ac:spMkLst>
            <pc:docMk/>
            <pc:sldMk cId="909137983" sldId="260"/>
            <ac:spMk id="3" creationId="{0C3393DA-63FD-F5E7-883C-59282F596855}"/>
          </ac:spMkLst>
        </pc:spChg>
        <pc:spChg chg="del">
          <ac:chgData name="T A" userId="888640a8f040ecbb" providerId="LiveId" clId="{F435CC53-EBE8-41BD-81E0-628C41B738BA}" dt="2026-01-26T17:32:50.190" v="1192" actId="478"/>
          <ac:spMkLst>
            <pc:docMk/>
            <pc:sldMk cId="909137983" sldId="260"/>
            <ac:spMk id="5" creationId="{99BBFB08-6C2E-DC29-86F4-0CF7129F56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53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51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7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00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922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99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79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17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214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4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901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166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74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635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134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703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97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5A113C-E42A-44B0-B9A6-F0A6AC6D3631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97176-83B4-4518-BF75-E8C125F15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88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082B-9142-CB21-2B16-2565401D9E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7" y="35523"/>
            <a:ext cx="9144000" cy="1470112"/>
          </a:xfrm>
        </p:spPr>
        <p:txBody>
          <a:bodyPr/>
          <a:lstStyle/>
          <a:p>
            <a:r>
              <a:rPr lang="en-US" u="sng" dirty="0"/>
              <a:t>Research Question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942581-B46A-DCFD-4C62-4EB746922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006" y="1889090"/>
            <a:ext cx="9144000" cy="2474299"/>
          </a:xfrm>
          <a:ln>
            <a:solidFill>
              <a:schemeClr val="tx1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Option A: What easily measurable soil properties are the most relevant to predicting agricultural soil health?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OPTION B: CAN a Machine Learning Model identify the minimum number of easily measurable variables needed to predict irrigation needs?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OPTION C: CAN A MACHINE LEARNING MODEL Routinely IDENTIFY IRRIGATION NEEDS FROM EASILY MEASURABLE SOIL DATA? (I don’t think I can test this due to time/budget constraints, I can just build the model but not verify it…)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FAC5596-C25C-20EB-2843-F3F2BAD88127}"/>
              </a:ext>
            </a:extLst>
          </p:cNvPr>
          <p:cNvSpPr txBox="1">
            <a:spLocks/>
          </p:cNvSpPr>
          <p:nvPr/>
        </p:nvSpPr>
        <p:spPr>
          <a:xfrm>
            <a:off x="1524000" y="4709031"/>
            <a:ext cx="9144000" cy="85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6CADFAA-8F7C-CC84-BB67-CABA5FD8917B}"/>
              </a:ext>
            </a:extLst>
          </p:cNvPr>
          <p:cNvSpPr txBox="1">
            <a:spLocks/>
          </p:cNvSpPr>
          <p:nvPr/>
        </p:nvSpPr>
        <p:spPr>
          <a:xfrm>
            <a:off x="1524000" y="4817806"/>
            <a:ext cx="9144000" cy="16518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Changes?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Define Soil Health (this is for a broader application other than just water)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Limit to irrigation needs (this will limit the scope to water; will it depend on irrigation method then?))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Mention pattern recognition (This will indicate continuous observations are needed, not just a single set of samples)</a:t>
            </a:r>
          </a:p>
        </p:txBody>
      </p:sp>
    </p:spTree>
    <p:extLst>
      <p:ext uri="{BB962C8B-B14F-4D97-AF65-F5344CB8AC3E}">
        <p14:creationId xmlns:p14="http://schemas.microsoft.com/office/powerpoint/2010/main" val="205382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40F10-F580-0196-F567-D9CEEBDBB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1D7B3-456A-F066-8F0D-2EACF0FCBC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857" y="35523"/>
            <a:ext cx="9144000" cy="1470112"/>
          </a:xfrm>
        </p:spPr>
        <p:txBody>
          <a:bodyPr/>
          <a:lstStyle/>
          <a:p>
            <a:r>
              <a:rPr lang="en-US" u="sng" dirty="0"/>
              <a:t>Research Question</a:t>
            </a: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3393DA-63FD-F5E7-883C-59282F596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5006" y="1889090"/>
            <a:ext cx="9144000" cy="247429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Current: Using Machine Learning to Identify </a:t>
            </a:r>
            <a:r>
              <a:rPr lang="en-US">
                <a:solidFill>
                  <a:schemeClr val="tx1"/>
                </a:solidFill>
              </a:rPr>
              <a:t>COST OPTIMIZED Irrigation </a:t>
            </a:r>
            <a:r>
              <a:rPr lang="en-US" dirty="0">
                <a:solidFill>
                  <a:schemeClr val="tx1"/>
                </a:solidFill>
              </a:rPr>
              <a:t>Monitoring Networks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1FBDDF1-3E65-2722-DE20-76BDE7C49B32}"/>
              </a:ext>
            </a:extLst>
          </p:cNvPr>
          <p:cNvSpPr txBox="1">
            <a:spLocks/>
          </p:cNvSpPr>
          <p:nvPr/>
        </p:nvSpPr>
        <p:spPr>
          <a:xfrm>
            <a:off x="1524000" y="4709031"/>
            <a:ext cx="9144000" cy="85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37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9BBDF-2996-DBD0-BC19-FE229156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85BB8-36B7-6589-CD1B-D6B203C3E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18978"/>
            <a:ext cx="9144000" cy="1470112"/>
          </a:xfrm>
        </p:spPr>
        <p:txBody>
          <a:bodyPr/>
          <a:lstStyle/>
          <a:p>
            <a:r>
              <a:rPr lang="en-US" u="sng" dirty="0"/>
              <a:t>Hypothesis</a:t>
            </a:r>
            <a:endParaRPr lang="en-US" sz="2400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FE8F70-98B2-F5B6-7606-2EC65A1DB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53340"/>
            <a:ext cx="9144000" cy="220882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Option a: No clue, I would need the data set first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Option b: yes, but to what degree?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OPTION C: yes it could, but this would be years of work, sampling, and refining. Maybe someone next year carries on?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6E66851-3127-4F2C-38DB-0F940391487B}"/>
              </a:ext>
            </a:extLst>
          </p:cNvPr>
          <p:cNvSpPr txBox="1">
            <a:spLocks/>
          </p:cNvSpPr>
          <p:nvPr/>
        </p:nvSpPr>
        <p:spPr>
          <a:xfrm>
            <a:off x="1524000" y="4709031"/>
            <a:ext cx="9144000" cy="85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97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D8612-4EE3-989D-ED17-E64F81CFB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D6EF-C39C-47F1-703C-4B2390DB2F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9976" y="537053"/>
            <a:ext cx="9144000" cy="1470112"/>
          </a:xfrm>
        </p:spPr>
        <p:txBody>
          <a:bodyPr/>
          <a:lstStyle/>
          <a:p>
            <a:r>
              <a:rPr lang="en-US" u="sng" dirty="0"/>
              <a:t>Methods &amp; Data</a:t>
            </a:r>
            <a:endParaRPr lang="en-US" sz="2400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14C64-501C-252F-54FA-E6D722882D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62813"/>
            <a:ext cx="4572000" cy="1798655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chemeClr val="tx1"/>
                </a:solidFill>
              </a:rPr>
              <a:t>Machine Learning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Decision Tree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K-Nearest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Support Vector Machine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30B522E-A575-6C90-2B10-F5EE974049F7}"/>
              </a:ext>
            </a:extLst>
          </p:cNvPr>
          <p:cNvSpPr txBox="1">
            <a:spLocks/>
          </p:cNvSpPr>
          <p:nvPr/>
        </p:nvSpPr>
        <p:spPr>
          <a:xfrm>
            <a:off x="1524000" y="4709031"/>
            <a:ext cx="9144000" cy="859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189CB32-DBF3-76D5-5C48-56EED16E55F2}"/>
              </a:ext>
            </a:extLst>
          </p:cNvPr>
          <p:cNvSpPr txBox="1">
            <a:spLocks/>
          </p:cNvSpPr>
          <p:nvPr/>
        </p:nvSpPr>
        <p:spPr>
          <a:xfrm>
            <a:off x="6479513" y="3179046"/>
            <a:ext cx="4572000" cy="766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Nathan Strom High Fidelity Data Set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2A7748-93FC-7EF2-78E1-00E540761029}"/>
              </a:ext>
            </a:extLst>
          </p:cNvPr>
          <p:cNvCxnSpPr>
            <a:cxnSpLocks/>
          </p:cNvCxnSpPr>
          <p:nvPr/>
        </p:nvCxnSpPr>
        <p:spPr>
          <a:xfrm>
            <a:off x="6174658" y="1899016"/>
            <a:ext cx="0" cy="345965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8040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4818-4828-65DC-495B-6C82CCBF0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5B83A-B6F4-9431-FF93-3D6ACA6FE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470112"/>
          </a:xfrm>
        </p:spPr>
        <p:txBody>
          <a:bodyPr>
            <a:normAutofit/>
          </a:bodyPr>
          <a:lstStyle/>
          <a:p>
            <a:r>
              <a:rPr lang="en-US" u="sng" dirty="0"/>
              <a:t>Deliverables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2EBFD2-E7C5-BE5B-B0BC-6917E9D05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0" y="2148969"/>
            <a:ext cx="4572000" cy="1798655"/>
          </a:xfrm>
        </p:spPr>
        <p:txBody>
          <a:bodyPr>
            <a:normAutofit fontScale="77500" lnSpcReduction="20000"/>
          </a:bodyPr>
          <a:lstStyle/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Critical Measurable Values (90%?)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Model Methodology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Basic App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Full App</a:t>
            </a:r>
          </a:p>
          <a:p>
            <a:pPr marL="457200" indent="-457200">
              <a:buAutoNum type="arabicParenR"/>
            </a:pPr>
            <a:r>
              <a:rPr lang="en-US" dirty="0">
                <a:solidFill>
                  <a:schemeClr val="tx1"/>
                </a:solidFill>
              </a:rPr>
              <a:t>ML Model Comparison</a:t>
            </a:r>
          </a:p>
          <a:p>
            <a:pPr marL="457200" indent="-457200">
              <a:buAutoNum type="arabicParenR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51000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66</TotalTime>
  <Words>242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Research Question</vt:lpstr>
      <vt:lpstr>Research Question</vt:lpstr>
      <vt:lpstr>Hypothesis</vt:lpstr>
      <vt:lpstr>Methods &amp; Data</vt:lpstr>
      <vt:lpstr>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A</dc:creator>
  <cp:lastModifiedBy>T A</cp:lastModifiedBy>
  <cp:revision>1</cp:revision>
  <dcterms:created xsi:type="dcterms:W3CDTF">2026-01-21T16:04:01Z</dcterms:created>
  <dcterms:modified xsi:type="dcterms:W3CDTF">2026-01-26T17:33:33Z</dcterms:modified>
</cp:coreProperties>
</file>