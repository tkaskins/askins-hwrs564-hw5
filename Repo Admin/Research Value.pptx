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6C150A-5780-41AF-BFB7-1D54C74429BC}" v="11" dt="2026-03-04T00:12:33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 A" userId="888640a8f040ecbb" providerId="LiveId" clId="{803582BE-E2C1-4A39-997A-1FD75F69EEBE}"/>
    <pc:docChg chg="addSld modSld">
      <pc:chgData name="T A" userId="888640a8f040ecbb" providerId="LiveId" clId="{803582BE-E2C1-4A39-997A-1FD75F69EEBE}" dt="2026-03-04T00:12:33.219" v="217" actId="164"/>
      <pc:docMkLst>
        <pc:docMk/>
      </pc:docMkLst>
      <pc:sldChg chg="addSp modSp new mod">
        <pc:chgData name="T A" userId="888640a8f040ecbb" providerId="LiveId" clId="{803582BE-E2C1-4A39-997A-1FD75F69EEBE}" dt="2026-03-04T00:12:33.219" v="217" actId="164"/>
        <pc:sldMkLst>
          <pc:docMk/>
          <pc:sldMk cId="1821849299" sldId="257"/>
        </pc:sldMkLst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2" creationId="{8E876777-7C13-4E9F-CB40-AF48781D23F7}"/>
          </ac:spMkLst>
        </pc:spChg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3" creationId="{8E407FB2-CBF6-2BA5-66CA-B25BF1083647}"/>
          </ac:spMkLst>
        </pc:spChg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4" creationId="{CA008E2B-987D-F9EF-826F-852FCA86BA7F}"/>
          </ac:spMkLst>
        </pc:spChg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5" creationId="{411D77EC-0EB9-FDE7-B845-25296A803EC8}"/>
          </ac:spMkLst>
        </pc:spChg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6" creationId="{87111109-D9DA-5BEE-8F81-A60551BAA5D4}"/>
          </ac:spMkLst>
        </pc:spChg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7" creationId="{66EB2E0C-25E3-D739-5C6E-3FCABB4A17A2}"/>
          </ac:spMkLst>
        </pc:spChg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21" creationId="{0158707B-1160-C9BA-3944-3FB48DF27530}"/>
          </ac:spMkLst>
        </pc:spChg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24" creationId="{D06A9AFC-B515-CE11-8D92-046538207018}"/>
          </ac:spMkLst>
        </pc:spChg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25" creationId="{096B36F6-E9FC-7E17-7F30-1AACA7A389FE}"/>
          </ac:spMkLst>
        </pc:spChg>
        <pc:spChg chg="add mod">
          <ac:chgData name="T A" userId="888640a8f040ecbb" providerId="LiveId" clId="{803582BE-E2C1-4A39-997A-1FD75F69EEBE}" dt="2026-03-04T00:12:33.219" v="217" actId="164"/>
          <ac:spMkLst>
            <pc:docMk/>
            <pc:sldMk cId="1821849299" sldId="257"/>
            <ac:spMk id="26" creationId="{BB2ACA79-C4AF-3C97-6D5F-EE6F23E7556B}"/>
          </ac:spMkLst>
        </pc:spChg>
        <pc:cxnChg chg="add mod">
          <ac:chgData name="T A" userId="888640a8f040ecbb" providerId="LiveId" clId="{803582BE-E2C1-4A39-997A-1FD75F69EEBE}" dt="2026-03-04T00:09:22.271" v="127" actId="1076"/>
          <ac:cxnSpMkLst>
            <pc:docMk/>
            <pc:sldMk cId="1821849299" sldId="257"/>
            <ac:cxnSpMk id="9" creationId="{8BE75A39-53CE-FB36-758F-D2DA1440A4AD}"/>
          </ac:cxnSpMkLst>
        </pc:cxnChg>
        <pc:cxnChg chg="add mod">
          <ac:chgData name="T A" userId="888640a8f040ecbb" providerId="LiveId" clId="{803582BE-E2C1-4A39-997A-1FD75F69EEBE}" dt="2026-03-04T00:09:31.851" v="130" actId="1076"/>
          <ac:cxnSpMkLst>
            <pc:docMk/>
            <pc:sldMk cId="1821849299" sldId="257"/>
            <ac:cxnSpMk id="12" creationId="{8006686D-14AD-EFC5-D76B-5FBF2EA1A66E}"/>
          </ac:cxnSpMkLst>
        </pc:cxnChg>
        <pc:cxnChg chg="add mod">
          <ac:chgData name="T A" userId="888640a8f040ecbb" providerId="LiveId" clId="{803582BE-E2C1-4A39-997A-1FD75F69EEBE}" dt="2026-03-04T00:09:36.454" v="132" actId="13822"/>
          <ac:cxnSpMkLst>
            <pc:docMk/>
            <pc:sldMk cId="1821849299" sldId="257"/>
            <ac:cxnSpMk id="15" creationId="{D5A7168D-8BCB-871A-CF7F-72BB622AFAF5}"/>
          </ac:cxnSpMkLst>
        </pc:cxnChg>
        <pc:cxnChg chg="add mod">
          <ac:chgData name="T A" userId="888640a8f040ecbb" providerId="LiveId" clId="{803582BE-E2C1-4A39-997A-1FD75F69EEBE}" dt="2026-03-04T00:09:50.646" v="135" actId="13822"/>
          <ac:cxnSpMkLst>
            <pc:docMk/>
            <pc:sldMk cId="1821849299" sldId="257"/>
            <ac:cxnSpMk id="17" creationId="{8884B37D-7098-36E1-EED1-1F5F2D40190A}"/>
          </ac:cxnSpMkLst>
        </pc:cxnChg>
        <pc:cxnChg chg="add mod">
          <ac:chgData name="T A" userId="888640a8f040ecbb" providerId="LiveId" clId="{803582BE-E2C1-4A39-997A-1FD75F69EEBE}" dt="2026-03-04T00:10:24.300" v="155" actId="13822"/>
          <ac:cxnSpMkLst>
            <pc:docMk/>
            <pc:sldMk cId="1821849299" sldId="257"/>
            <ac:cxnSpMk id="20" creationId="{700532D3-2530-450A-0B5F-ED57768070B6}"/>
          </ac:cxnSpMkLst>
        </pc:cxnChg>
        <pc:cxnChg chg="add mod">
          <ac:chgData name="T A" userId="888640a8f040ecbb" providerId="LiveId" clId="{803582BE-E2C1-4A39-997A-1FD75F69EEBE}" dt="2026-03-04T00:10:48.469" v="158" actId="692"/>
          <ac:cxnSpMkLst>
            <pc:docMk/>
            <pc:sldMk cId="1821849299" sldId="257"/>
            <ac:cxnSpMk id="23" creationId="{A879B591-9035-5514-318F-BD9D9D4FB0D5}"/>
          </ac:cxnSpMkLst>
        </pc:cxnChg>
      </pc:sldChg>
      <pc:sldChg chg="new">
        <pc:chgData name="T A" userId="888640a8f040ecbb" providerId="LiveId" clId="{803582BE-E2C1-4A39-997A-1FD75F69EEBE}" dt="2026-03-04T00:11:02.540" v="161" actId="680"/>
        <pc:sldMkLst>
          <pc:docMk/>
          <pc:sldMk cId="1356207602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4C4B-8D42-935E-C1CC-C31C9FE9C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D571B-BB1C-EEBE-2C29-717D5FF23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A05A-8626-5BB9-2B4A-993DA69D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E5D8-07E2-3FD6-346A-7EC37331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463AE-0D14-EAE3-C92B-B2ABD1D9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43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095-AB33-507E-77DF-9B7164E6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DD265-DD90-E71A-2B27-1D9DE23D9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F2394-90EC-660E-F489-D62D69C8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11314-E059-9EDB-74A9-CBCAA67F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0CCD5-32C2-E944-5AED-43F2F1989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5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2D585-4805-E3EE-2C6B-59E64837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F19A9-68EC-1539-D5E8-5F8CA7837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823D-410A-5285-1E2D-003A9214A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1E45-3500-28EC-7763-1AFFF2EE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75955-7238-815C-9F00-B70E83E0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7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F642F-D7CA-086B-9F95-85123FEE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04E0-501D-7EE6-F916-CFD6AE3F2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08CE0-2754-8319-F465-F35E8C379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73227-10F4-E11A-B411-A3A0FA89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E7968-5132-D0D0-36E2-B8626842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4C524-6F16-BBEE-9FDB-B5070923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12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4E93-7FA9-4831-5EFF-1D6EBF55A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03E05-8AEE-EAE3-B5E1-28AF6BD31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FAE45-5468-6149-EB48-5CF88D65A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F8C8C-7ABE-A8CB-BAEE-4D0C72457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371E4-F127-0622-D59B-981E214E6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81D7B3-C03C-2CE4-796B-57CC3977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D520DB-21BC-1167-EE60-3A78193F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652C2F-8DF3-7245-757C-DE2696E8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75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3DCA-70CA-8363-C75B-68817ED5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5B3EA-8CB9-52E1-D2AF-205C7663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171F8-0314-6322-0C0E-0D9BC908B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F621E-B61A-94F6-C514-C436FE40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49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C7033-F6DB-1959-4055-6FE8DE3F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B3988-BE4E-B64A-F76E-A8E5317F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B3182-81F7-9535-149C-4B383782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5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ED38-3239-98FA-A8AF-AD52C58A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51398-F02E-8448-0A70-0CE2999BB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413A1-F48C-CD78-97BF-FEE7B6EE9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51910-9B70-35F9-3831-2842EBA7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4C454-D79A-21E3-988D-92A86109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4F8FA-1166-011E-D01C-E493B8507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2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54A47-69ED-AE14-7631-B4037CE7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DFB931-1EF2-E7AE-3E27-7D192833C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91D26-D870-7E93-E49C-FD6C67F1A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E9D7-EAD7-30AB-5961-E45047BE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CD212-CBB2-9171-2ACF-48E33E60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96619-6308-7FF7-BE4E-D6A26E9D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7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D07D-E87B-8091-ABDA-082D740E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DF73E-5A34-C255-0596-88872F3C5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3A22-CFE4-ADA8-55DD-EB287DCD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61E8-7027-F844-8767-AFE2AD45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0B70B-1C58-BE08-F729-310D431B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00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DC021-BF2E-7CD8-E8F6-7DE491848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FB27D-1E64-D178-2425-987058E8F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31D36-0C35-B1EA-BFF5-94867F23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8C78-EA59-75CB-8804-C547E257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D60C3-2E65-2BEA-7E0D-B0FEAF40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7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4DCDD-745F-7D68-5E13-5BA20756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D2F59-7524-94CF-9E59-C27A0AE2C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79AAE-0EBE-2803-555D-5CFB83AEC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60D1E-4374-4870-B161-FD02B7ABB6C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5392F-F739-437A-C966-177A08C2D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FE4A3-3E6E-49F0-2BA9-90F396B4E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0F5F6-B1BF-42D9-9F87-7865B2337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0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903D59-F466-02A2-9AC2-460F831415E6}"/>
              </a:ext>
            </a:extLst>
          </p:cNvPr>
          <p:cNvSpPr/>
          <p:nvPr/>
        </p:nvSpPr>
        <p:spPr>
          <a:xfrm>
            <a:off x="150131" y="137761"/>
            <a:ext cx="11891738" cy="638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Minimize Agriculture Costs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751668-9301-4749-3350-EBAD6FB10B30}"/>
              </a:ext>
            </a:extLst>
          </p:cNvPr>
          <p:cNvSpPr/>
          <p:nvPr/>
        </p:nvSpPr>
        <p:spPr>
          <a:xfrm>
            <a:off x="403123" y="776750"/>
            <a:ext cx="11385754" cy="638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Minimize Water Use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BF790F-0D38-9AC0-539F-EA5A3493E452}"/>
              </a:ext>
            </a:extLst>
          </p:cNvPr>
          <p:cNvSpPr/>
          <p:nvPr/>
        </p:nvSpPr>
        <p:spPr>
          <a:xfrm>
            <a:off x="629265" y="1415738"/>
            <a:ext cx="10933470" cy="638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Continuously Monitor Flux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16AD2D-3F6F-D9BE-50D8-08A123F804B7}"/>
              </a:ext>
            </a:extLst>
          </p:cNvPr>
          <p:cNvSpPr/>
          <p:nvPr/>
        </p:nvSpPr>
        <p:spPr>
          <a:xfrm>
            <a:off x="1022555" y="2054726"/>
            <a:ext cx="10156722" cy="638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Continuously Monitor Soil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5D90A6-EFEC-2A93-AA3C-E25A8AF9951F}"/>
              </a:ext>
            </a:extLst>
          </p:cNvPr>
          <p:cNvSpPr/>
          <p:nvPr/>
        </p:nvSpPr>
        <p:spPr>
          <a:xfrm>
            <a:off x="1396181" y="2693715"/>
            <a:ext cx="9399638" cy="638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and Install Sensors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DFF0BF-B542-FC19-1F86-2D071EAA08A7}"/>
              </a:ext>
            </a:extLst>
          </p:cNvPr>
          <p:cNvSpPr/>
          <p:nvPr/>
        </p:nvSpPr>
        <p:spPr>
          <a:xfrm>
            <a:off x="1740308" y="3525297"/>
            <a:ext cx="8711381" cy="638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Cost Weight Sensors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664612-EDA9-FD6A-8537-078C88DBA0E3}"/>
              </a:ext>
            </a:extLst>
          </p:cNvPr>
          <p:cNvSpPr/>
          <p:nvPr/>
        </p:nvSpPr>
        <p:spPr>
          <a:xfrm>
            <a:off x="1991031" y="4356879"/>
            <a:ext cx="8209936" cy="638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Environment?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C8125A-7463-CBBC-7209-DF49B52A2ABC}"/>
              </a:ext>
            </a:extLst>
          </p:cNvPr>
          <p:cNvSpPr/>
          <p:nvPr/>
        </p:nvSpPr>
        <p:spPr>
          <a:xfrm>
            <a:off x="2202424" y="4995868"/>
            <a:ext cx="7787150" cy="638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Establish Accuracy/Cost Curve Using Machine Learning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372C0C-5904-EC1B-E828-10EA0575A272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6095999" y="3332704"/>
            <a:ext cx="1" cy="192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CD386F-E07F-824D-EE6A-AA933769CD05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6095999" y="4164286"/>
            <a:ext cx="0" cy="192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27A80E-B8DE-A486-6140-468A7CE3A4A1}"/>
              </a:ext>
            </a:extLst>
          </p:cNvPr>
          <p:cNvCxnSpPr>
            <a:stCxn id="11" idx="2"/>
          </p:cNvCxnSpPr>
          <p:nvPr/>
        </p:nvCxnSpPr>
        <p:spPr>
          <a:xfrm>
            <a:off x="6095999" y="5634857"/>
            <a:ext cx="0" cy="320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8EF769-F49A-3E8B-A585-1EEC911E854D}"/>
              </a:ext>
            </a:extLst>
          </p:cNvPr>
          <p:cNvSpPr/>
          <p:nvPr/>
        </p:nvSpPr>
        <p:spPr>
          <a:xfrm>
            <a:off x="1396180" y="5955323"/>
            <a:ext cx="9399638" cy="638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and Install Sensors</a:t>
            </a:r>
          </a:p>
        </p:txBody>
      </p:sp>
    </p:spTree>
    <p:extLst>
      <p:ext uri="{BB962C8B-B14F-4D97-AF65-F5344CB8AC3E}">
        <p14:creationId xmlns:p14="http://schemas.microsoft.com/office/powerpoint/2010/main" val="274231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876BAD43-3763-D568-EE51-CF34CC58393D}"/>
              </a:ext>
            </a:extLst>
          </p:cNvPr>
          <p:cNvGrpSpPr/>
          <p:nvPr/>
        </p:nvGrpSpPr>
        <p:grpSpPr>
          <a:xfrm>
            <a:off x="112695" y="1402257"/>
            <a:ext cx="10853253" cy="4117300"/>
            <a:chOff x="112695" y="1402257"/>
            <a:chExt cx="10853253" cy="41173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E876777-7C13-4E9F-CB40-AF48781D23F7}"/>
                </a:ext>
              </a:extLst>
            </p:cNvPr>
            <p:cNvSpPr/>
            <p:nvPr/>
          </p:nvSpPr>
          <p:spPr>
            <a:xfrm>
              <a:off x="399290" y="1819976"/>
              <a:ext cx="1956037" cy="122578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Minimize Agriculture Costs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E407FB2-CBF6-2BA5-66CA-B25BF1083647}"/>
                </a:ext>
              </a:extLst>
            </p:cNvPr>
            <p:cNvSpPr/>
            <p:nvPr/>
          </p:nvSpPr>
          <p:spPr>
            <a:xfrm>
              <a:off x="2639221" y="1819976"/>
              <a:ext cx="1456157" cy="122578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Minimize Water Use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A008E2B-987D-F9EF-826F-852FCA86BA7F}"/>
                </a:ext>
              </a:extLst>
            </p:cNvPr>
            <p:cNvSpPr/>
            <p:nvPr/>
          </p:nvSpPr>
          <p:spPr>
            <a:xfrm>
              <a:off x="4495799" y="1819976"/>
              <a:ext cx="1889769" cy="123732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Continuously Monitor Flux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11D77EC-0EB9-FDE7-B845-25296A803EC8}"/>
                </a:ext>
              </a:extLst>
            </p:cNvPr>
            <p:cNvSpPr/>
            <p:nvPr/>
          </p:nvSpPr>
          <p:spPr>
            <a:xfrm>
              <a:off x="6785989" y="1828855"/>
              <a:ext cx="1889769" cy="123732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Continuously Monitor Soil Data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7111109-D9DA-5BEE-8F81-A60551BAA5D4}"/>
                </a:ext>
              </a:extLst>
            </p:cNvPr>
            <p:cNvSpPr/>
            <p:nvPr/>
          </p:nvSpPr>
          <p:spPr>
            <a:xfrm>
              <a:off x="9076179" y="1829175"/>
              <a:ext cx="1889769" cy="123732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Select and Install Sensors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6EB2E0C-25E3-D739-5C6E-3FCABB4A17A2}"/>
                </a:ext>
              </a:extLst>
            </p:cNvPr>
            <p:cNvSpPr/>
            <p:nvPr/>
          </p:nvSpPr>
          <p:spPr>
            <a:xfrm>
              <a:off x="2202425" y="4511236"/>
              <a:ext cx="7787150" cy="63898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Maximize Accuracy and Minimize Cost of Sensors Selection Using Machine Learning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BE75A39-53CE-FB36-758F-D2DA1440A4AD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2355327" y="2432869"/>
              <a:ext cx="2838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006686D-14AD-EFC5-D76B-5FBF2EA1A66E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4095378" y="2432869"/>
              <a:ext cx="400421" cy="57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5A7168D-8BCB-871A-CF7F-72BB622AFAF5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6385568" y="2438638"/>
              <a:ext cx="400421" cy="88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884B37D-7098-36E1-EED1-1F5F2D40190A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8675758" y="2447517"/>
              <a:ext cx="400421" cy="3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00532D3-2530-450A-0B5F-ED57768070B6}"/>
                </a:ext>
              </a:extLst>
            </p:cNvPr>
            <p:cNvCxnSpPr>
              <a:stCxn id="7" idx="0"/>
              <a:endCxn id="6" idx="2"/>
            </p:cNvCxnSpPr>
            <p:nvPr/>
          </p:nvCxnSpPr>
          <p:spPr>
            <a:xfrm flipV="1">
              <a:off x="6096000" y="3066499"/>
              <a:ext cx="3925064" cy="1444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58707B-1160-C9BA-3944-3FB48DF27530}"/>
                </a:ext>
              </a:extLst>
            </p:cNvPr>
            <p:cNvSpPr txBox="1"/>
            <p:nvPr/>
          </p:nvSpPr>
          <p:spPr>
            <a:xfrm>
              <a:off x="7970116" y="3717107"/>
              <a:ext cx="1709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Direct Savings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879B591-9035-5514-318F-BD9D9D4FB0D5}"/>
                </a:ext>
              </a:extLst>
            </p:cNvPr>
            <p:cNvCxnSpPr>
              <a:stCxn id="7" idx="0"/>
              <a:endCxn id="3" idx="2"/>
            </p:cNvCxnSpPr>
            <p:nvPr/>
          </p:nvCxnSpPr>
          <p:spPr>
            <a:xfrm flipH="1" flipV="1">
              <a:off x="3367300" y="3045762"/>
              <a:ext cx="2728700" cy="146547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6A9AFC-B515-CE11-8D92-046538207018}"/>
                </a:ext>
              </a:extLst>
            </p:cNvPr>
            <p:cNvSpPr txBox="1"/>
            <p:nvPr/>
          </p:nvSpPr>
          <p:spPr>
            <a:xfrm>
              <a:off x="1966574" y="3511868"/>
              <a:ext cx="25292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Maintained/Secondary</a:t>
              </a:r>
            </a:p>
            <a:p>
              <a:pPr algn="r"/>
              <a:r>
                <a:rPr lang="en-US" dirty="0"/>
                <a:t>Savings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6B36F6-E9FC-7E17-7F30-1AACA7A389FE}"/>
                </a:ext>
              </a:extLst>
            </p:cNvPr>
            <p:cNvSpPr txBox="1"/>
            <p:nvPr/>
          </p:nvSpPr>
          <p:spPr>
            <a:xfrm>
              <a:off x="112695" y="1402257"/>
              <a:ext cx="2529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u="sng" dirty="0"/>
                <a:t>END GOAL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B2ACA79-C4AF-3C97-6D5F-EE6F23E7556B}"/>
                </a:ext>
              </a:extLst>
            </p:cNvPr>
            <p:cNvSpPr txBox="1"/>
            <p:nvPr/>
          </p:nvSpPr>
          <p:spPr>
            <a:xfrm>
              <a:off x="4731650" y="5150225"/>
              <a:ext cx="2529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u="sng" dirty="0"/>
                <a:t>METHOD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1849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20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72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A</dc:creator>
  <cp:lastModifiedBy>T A</cp:lastModifiedBy>
  <cp:revision>1</cp:revision>
  <dcterms:created xsi:type="dcterms:W3CDTF">2026-02-11T21:36:28Z</dcterms:created>
  <dcterms:modified xsi:type="dcterms:W3CDTF">2026-03-04T00:12:39Z</dcterms:modified>
</cp:coreProperties>
</file>